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>
          <a:xfrm>
            <a:off x="0" y="500000"/>
            <a:ext cx="9144000" cy="1143000"/>
          </a:xfrm>
        </p:spPr>
        <p:txBody>
          <a:bodyPr/>
          <a:p>
            <a:r>
              <a:t>Remember to mention the quarterly results.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t>Notes Slide</a:t>
            </a:r>
          </a:p>
        </p:txBody>
      </p:sp>
      <p:sp>
        <p:nvSpPr>
          <p:cNvPr id="3" name="Content"/>
          <p:cNvSpPr/>
          <p:nvPr>
            <p:ph type="body"/>
          </p:nvPr>
        </p:nvSpPr>
        <p:spPr>
          <a:xfrm>
            <a:off x="0" y="1500000"/>
            <a:ext cx="9144000" cy="1143000"/>
          </a:xfrm>
        </p:spPr>
        <p:txBody>
          <a:bodyPr/>
          <a:p>
            <a:r>
              <a:t>Slide body text</a:t>
            </a:r>
          </a:p>
        </p:txBody>
      </p:sp>
    </p:spTree>
  </p:cSld>
</p:sld>
</file>