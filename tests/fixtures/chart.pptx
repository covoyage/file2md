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charts/chart1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</file>

<file path=ppt/charts/chart1.xml><?xml version="1.0" encoding="utf-8"?>
<c:chartSpace xmlns:c="http://schemas.openxmlformats.org/drawingml/2006/chart">
  <c:chart>
    <c:title>
      <c:tx>
        <c:strCache>
          <c:pt idx="0">
            <c:v>Sales</c:v>
          </c:pt>
        </c:strCache>
      </c:tx>
    </c:title>
    <c:plotArea>
      <c:barChart>
        <c:ser>
          <c:tx>
            <c:strCache>
              <c:pt idx="0">
                <c:v>Q1</c:v>
              </c:pt>
            </c:strCache>
          </c:tx>
          <c:cat>
            <c:strCache>
              <c:pt idx="0">
                <c:v>Jan</c:v>
              </c:pt>
              <c:pt idx="1">
                <c:v>Feb</c:v>
              </c:pt>
            </c:strCache>
          </c:cat>
          <c:val>
            <c:numCache>
              <c:pt idx="0">
                <c:v>10</c:v>
              </c:pt>
              <c:pt idx="1">
                <c:v>20</c:v>
              </c:pt>
            </c:numCache>
          </c:val>
        </c:ser>
      </c:barChart>
    </c:plotArea>
  </c:chart>
</c:chartSpace>
</file>

<file path=ppt/slides/_rels/slide1.xml.rels><?xml version="1.0" encoding="UTF-8" standalone="yes"?>
<Relationships xmlns="http://schemas.openxmlformats.org/package/2006/relationships">
  <Relationship Id="rId2" Type="http://schemas.openxmlformats.org/officeDocument/2006/relationships/chart" Target="../charts/char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c="http://schemas.openxmlformats.org/drawingml/2006/chart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p>
            <a:r>
              <a:t>Sales Slide</a:t>
            </a:r>
          </a:p>
        </p:txBody>
      </p:sp>
      <p:graphicFrame>
        <p:nvGraphicFramePr>
          <p:cNvPr id="3" name="Chart"/>
          <p:cNvGraphicFramePr/>
          <p:nvPr/>
        </p:nvGraphicFramePr>
        <p:xfrm>
          <a:off x="1000000" y="2500000"/>
          <a:ext cx="8000000" cy="40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</p:sld>
</file>