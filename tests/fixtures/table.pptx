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Table Slide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1000000" y="2500000"/>
          <a:ext cx="8000000" cy="3000000"/>
        </p:xfrm>
        <a:graphic>
          <a:graphicData uri="http://schemas.openxmlformats.org/drawingml/2006/table">
            <a:tbl>
              <a:tblGrid>
                <a:gridCol w="4000000"/>
                <a:gridCol w="4000000"/>
              </a:tblGrid>
              <a:tr h="370840">
                <a:tc>
                  <a:txBody>
                    <a:bodyPr/>
                    <a:p>
                      <a:r>
                        <a:t>Product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Units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Widget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42</a:t>
                      </a:r>
                    </a:p>
                  </a:txBody>
                </a:tc>
              </a:tr>
            </a:tbl>
          </a:graphicData>
        </a:graphic>
      </p:graphicFrame>
    </p:spTree>
  </p:cSld>
</p:sld>
</file>